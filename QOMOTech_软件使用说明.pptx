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QOMOTech 软件使用说明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t>机器人 / 运动控制上位机 · 版本 1.0.0</a:t>
            </a:r>
          </a:p>
          <a:p>
            <a:r>
              <a:t>Electron 桌面端 + FastAPI 后端（ZMotion 运动控制）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软件是什么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QOMOTech</a:t>
            </a:r>
            <a:r>
              <a:rPr dirty="0"/>
              <a:t> </a:t>
            </a:r>
            <a:r>
              <a:rPr dirty="0" err="1"/>
              <a:t>是用于控制机器人与加工设备的桌面软件</a:t>
            </a:r>
            <a:r>
              <a:rPr dirty="0"/>
              <a:t>。</a:t>
            </a:r>
          </a:p>
          <a:p>
            <a:pPr>
              <a:defRPr sz="1800"/>
            </a:pPr>
            <a:r>
              <a:rPr dirty="0" err="1"/>
              <a:t>前端：Electron</a:t>
            </a:r>
            <a:r>
              <a:rPr dirty="0"/>
              <a:t> + </a:t>
            </a:r>
            <a:r>
              <a:rPr dirty="0" err="1"/>
              <a:t>Vue，提供图形编辑、配方、相机与串口等界面</a:t>
            </a:r>
            <a:r>
              <a:rPr dirty="0"/>
              <a:t>。</a:t>
            </a:r>
          </a:p>
          <a:p>
            <a:pPr>
              <a:defRPr sz="1800"/>
            </a:pPr>
            <a:r>
              <a:rPr dirty="0" err="1"/>
              <a:t>后端：Python，负责运动控制器（ZMotion</a:t>
            </a:r>
            <a:r>
              <a:rPr dirty="0"/>
              <a:t>）、</a:t>
            </a:r>
            <a:r>
              <a:rPr dirty="0" err="1"/>
              <a:t>相机（CGImageTech</a:t>
            </a:r>
            <a:r>
              <a:rPr dirty="0"/>
              <a:t>）、</a:t>
            </a:r>
            <a:r>
              <a:rPr dirty="0" err="1"/>
              <a:t>串口等硬件抽象</a:t>
            </a:r>
            <a:r>
              <a:rPr dirty="0"/>
              <a:t>。</a:t>
            </a:r>
          </a:p>
          <a:p>
            <a:pPr>
              <a:defRPr sz="1800"/>
            </a:pPr>
            <a:r>
              <a:rPr dirty="0" err="1"/>
              <a:t>典型场景：导入或绘制加工路径、配置工艺配方、连接硬件后下发运行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主界面（首页）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62887" y="868680"/>
            <a:ext cx="9265920" cy="5212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398698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rPr dirty="0" err="1"/>
              <a:t>顶栏功能页签</a:t>
            </a:r>
            <a:r>
              <a:rPr dirty="0"/>
              <a:t> · </a:t>
            </a:r>
            <a:r>
              <a:rPr dirty="0" err="1"/>
              <a:t>运行控制按钮</a:t>
            </a:r>
            <a:r>
              <a:rPr dirty="0"/>
              <a:t> · </a:t>
            </a:r>
            <a:r>
              <a:rPr dirty="0" err="1"/>
              <a:t>左配方</a:t>
            </a:r>
            <a:r>
              <a:rPr dirty="0"/>
              <a:t>/</a:t>
            </a:r>
            <a:r>
              <a:rPr dirty="0" err="1"/>
              <a:t>右帮助</a:t>
            </a:r>
            <a:r>
              <a:rPr dirty="0"/>
              <a:t> · </a:t>
            </a:r>
            <a:r>
              <a:rPr dirty="0" err="1"/>
              <a:t>中央图形区</a:t>
            </a:r>
            <a:r>
              <a:rPr dirty="0"/>
              <a:t>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控制器参数设置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62887" y="868680"/>
            <a:ext cx="9265920" cy="5212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在顶栏进入，配置通讯与各轴参数  （布局示意图，可替换为真实截图）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相机参数设置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62887" y="868680"/>
            <a:ext cx="9265920" cy="5212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相机设备与图像参数  （布局示意图，可替换为真实截图）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配方管理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62887" y="868680"/>
            <a:ext cx="9265920" cy="5212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配方列表与模板，与首页主配方联动  （布局示意图，可替换为真实截图）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5P 编辑器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62887" y="868680"/>
            <a:ext cx="9265920" cy="5212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独立页面进行 5P 路径编辑  （布局示意图，可替换为真实截图）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详细 RS232 数据发送区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62887" y="868680"/>
            <a:ext cx="9265920" cy="5212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串口调试与数据发送  （布局示意图，可替换为真实截图）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帮助界面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62887" y="868680"/>
            <a:ext cx="9265920" cy="5212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授权与账号相关  （布局示意图，可替换为真实截图）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主界面操作要点（配合上图）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358153"/>
          </a:xfrm>
        </p:spPr>
        <p:txBody>
          <a:bodyPr/>
          <a:lstStyle/>
          <a:p>
            <a:pPr>
              <a:defRPr sz="1800"/>
            </a:pPr>
            <a:r>
              <a:rPr dirty="0" err="1"/>
              <a:t>左侧：选择主配方并填写工艺参数；驱动、激光、相机、辅助功能等折叠区</a:t>
            </a:r>
            <a:r>
              <a:rPr dirty="0"/>
              <a:t>。</a:t>
            </a:r>
          </a:p>
          <a:p>
            <a:pPr>
              <a:defRPr sz="1800"/>
            </a:pPr>
            <a:r>
              <a:rPr dirty="0" err="1"/>
              <a:t>中央上方：运行</a:t>
            </a:r>
            <a:r>
              <a:rPr dirty="0"/>
              <a:t> / </a:t>
            </a:r>
            <a:r>
              <a:rPr dirty="0" err="1"/>
              <a:t>暂停</a:t>
            </a:r>
            <a:r>
              <a:rPr dirty="0"/>
              <a:t> / </a:t>
            </a:r>
            <a:r>
              <a:rPr dirty="0" err="1"/>
              <a:t>复位</a:t>
            </a:r>
            <a:r>
              <a:rPr dirty="0"/>
              <a:t> / </a:t>
            </a:r>
            <a:r>
              <a:rPr dirty="0" err="1"/>
              <a:t>急停</a:t>
            </a:r>
            <a:r>
              <a:rPr dirty="0"/>
              <a:t> /（</a:t>
            </a:r>
            <a:r>
              <a:rPr dirty="0" err="1"/>
              <a:t>多任务时）跳过</a:t>
            </a:r>
            <a:r>
              <a:rPr dirty="0"/>
              <a:t>。</a:t>
            </a:r>
          </a:p>
          <a:p>
            <a:pPr>
              <a:defRPr sz="1800"/>
            </a:pPr>
            <a:r>
              <a:rPr dirty="0" err="1"/>
              <a:t>右侧：新建图像、导入</a:t>
            </a:r>
            <a:r>
              <a:rPr dirty="0"/>
              <a:t> DXF/</a:t>
            </a:r>
            <a:r>
              <a:rPr dirty="0" err="1"/>
              <a:t>LJS、实体与程序状态</a:t>
            </a:r>
            <a:r>
              <a:rPr dirty="0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3BF637-8112-467C-912B-A371F04E4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932" y="2892490"/>
            <a:ext cx="2840829" cy="17817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AE652CA-42D4-4BEC-8BCE-A246E000F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600" y="2947934"/>
            <a:ext cx="2966579" cy="366268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900EEF-01FC-4F4A-BF19-DA1D702AE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388" y="4970498"/>
            <a:ext cx="1761987" cy="16401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5D993AC-37CF-45A2-93FE-21D73D82B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932" y="4752020"/>
            <a:ext cx="2774808" cy="194787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C9DB2D0-A33E-4134-8852-76F39D5E0C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158" y="4548075"/>
            <a:ext cx="3027914" cy="218941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1158F45-ADAF-4E56-89A9-23E6346FCC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616" y="2999797"/>
            <a:ext cx="2948718" cy="150683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9CB2441-0358-4D46-B078-49EF48FBA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09584" y="247381"/>
            <a:ext cx="544516" cy="63632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图形与工程文件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导入：支持 .dxf 与 .ljs（操作帮助区选择文件）。</a:t>
            </a:r>
          </a:p>
          <a:p>
            <a:pPr>
              <a:defRPr sz="1800"/>
            </a:pPr>
            <a:r>
              <a:t>新建图像：X/Y 清零 → Z 抬升到限位再清零 → 清空图档并打开向导（需配置 Z 轴上限位）。</a:t>
            </a:r>
          </a:p>
          <a:p>
            <a:pPr>
              <a:defRPr sz="1800"/>
            </a:pPr>
            <a:r>
              <a:t>向导：统一高度 → 直线/圆 → 坐标；可用「获取当前轴位置」取点。</a:t>
            </a:r>
          </a:p>
          <a:p>
            <a:pPr>
              <a:defRPr sz="1800"/>
            </a:pPr>
            <a:r>
              <a:t>Shift + 方向键：平移全部图元（不改机床坐标）。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配方与加工程序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确认左侧已选有效主配方并生成可下发数据。</a:t>
            </a:r>
          </a:p>
          <a:p>
            <a:pPr>
              <a:defRPr sz="1800"/>
            </a:pPr>
            <a:r>
              <a:t>绿色「运行」：将配方与当前图档实体提交后端执行。</a:t>
            </a:r>
          </a:p>
          <a:p>
            <a:pPr>
              <a:defRPr sz="1800"/>
            </a:pPr>
            <a:r>
              <a:t>运行中：暂停/继续、急停、复位清报警；多任务时可跳过。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运动与快捷键（首页）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F1～F4：点动步进 0.01 / 0.1 / 1 / 5。</a:t>
            </a:r>
          </a:p>
          <a:p>
            <a:pPr>
              <a:defRPr sz="1800"/>
            </a:pPr>
            <a:r>
              <a:t>方向键：X/Y；PageUp/Down：Z；Ctrl+方向键：扩展轴。</a:t>
            </a:r>
          </a:p>
          <a:p>
            <a:pPr>
              <a:defRPr sz="1800"/>
            </a:pPr>
            <a:r>
              <a:t>Alt + 方向键 / Page：另一组轴映射。</a:t>
            </a:r>
          </a:p>
          <a:p>
            <a:pPr>
              <a:defRPr sz="1800"/>
            </a:pPr>
            <a:r>
              <a:t>H：X/Y 回零；Q/W/E/R：吹气、灯光、激光、点射等 IO（见界面提示）。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安全与注意事项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确认限位、方向与单位与控制器参数一致。</a:t>
            </a:r>
          </a:p>
          <a:p>
            <a:pPr>
              <a:defRPr sz="1800"/>
            </a:pPr>
            <a:r>
              <a:t>异常先急停，排故后再复位。</a:t>
            </a:r>
          </a:p>
          <a:p>
            <a:pPr>
              <a:defRPr sz="1800"/>
            </a:pPr>
            <a:r>
              <a:t>后端模拟模式（sim）下非真实硬件，投产前务必实机验证。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QOMOTech · 使用说明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323</Words>
  <Application>Microsoft Office PowerPoint</Application>
  <PresentationFormat>宽屏</PresentationFormat>
  <Paragraphs>46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QOMOTech 软件使用说明</vt:lpstr>
      <vt:lpstr>软件是什么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主界面操作要点（配合上图）</vt:lpstr>
      <vt:lpstr>图形与工程文件</vt:lpstr>
      <vt:lpstr>配方与加工程序</vt:lpstr>
      <vt:lpstr>运动与快捷键（首页）</vt:lpstr>
      <vt:lpstr>安全与注意事项</vt:lpstr>
      <vt:lpstr>谢谢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QOMOTech 软件使用说明</dc:title>
  <dc:subject/>
  <dc:creator/>
  <cp:keywords/>
  <dc:description>generated using python-pptx</dc:description>
  <cp:lastModifiedBy>璇</cp:lastModifiedBy>
  <cp:revision>2</cp:revision>
  <dcterms:created xsi:type="dcterms:W3CDTF">2013-01-27T09:14:16Z</dcterms:created>
  <dcterms:modified xsi:type="dcterms:W3CDTF">2026-03-28T05:22:15Z</dcterms:modified>
  <cp:category/>
</cp:coreProperties>
</file>